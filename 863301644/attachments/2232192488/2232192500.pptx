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60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66622-34DD-4217-9A19-4353A2765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8352A-4D35-40E5-A632-95249505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80FB-40F2-472C-AD4F-BF052467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002C3-FA20-4BD5-9169-12B452D3E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D3022-2DFB-4CA3-8F2A-5E95485E5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4901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A0BB-F42F-4717-BFA0-1AB3153C9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7DC4F-7EDC-4E9D-AA8F-AC5656113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DC200-9A9C-4460-8F3F-8ADF53E6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856E1-283D-456B-A55B-610CEE87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F1A11-E318-406E-9775-4AA484E3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12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53F7-50F7-4C78-B570-58CD516A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F9BBE-5683-438E-AB47-7A819B83B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1F341-37B2-4FDC-B6A0-EC87AA81D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95E8D-485A-4679-A0F2-5489FDE0D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FD691-D3C2-4150-8351-06B7BC73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4893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C28D-2EEF-4C86-99C3-75601CFF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7522B-553C-4ABE-81CF-5C5FAF7FA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37BF5-269B-46F0-B884-2567F7A2C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37E9C-DC74-4BE5-89AC-BB73F448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C622A-DDB4-41AD-B632-FE2FFE29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5F907-7F24-4D44-AB50-17352CC4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19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D796B-CFAA-4EF5-8845-F2C91DBF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8FC5F-3014-4437-B9FE-A2B10568F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0D9E4-1BFF-40D8-8D49-DC30660B6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11E7C-A646-4D95-9C07-3FAA4A56A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711A5-7AE4-42C1-863A-6BBC45D5F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4E8F1F-1369-4A74-87F5-E867572D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A17E8-23E4-43BC-8F3A-767CFFA9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B28FD-BC97-4444-9324-BD88200D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273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C535-FC37-48D1-AB44-DC468869D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68A4A-309A-4A77-B49E-7C337482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F9D68-2720-490D-A192-01F5BFE5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706F1-76E1-4E43-AD13-55CB94D0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247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EBFA3-C821-4A84-9C6D-2F5F0474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8D788-92C1-42BD-BB21-0D4D4633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EB2F8-872D-4F12-99D6-FC4D667E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646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9F91-1B2F-41B3-B5A4-4069CCE54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64275-0400-4A83-9D5E-760E7989E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570F7-A068-4018-AE34-31512BCBE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67A6C-F551-4C64-AC20-4101E5DD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A73C4-DE8C-4FE6-8A9A-5CF99E17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85C35-6D39-4461-9895-D0FD30F5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2293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6485-F9D8-498C-AF98-96096D280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7C443-3E4E-4D65-9293-24FEC3810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03728-3C73-48E9-8FAC-AF8A3580B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82356-211C-4EEE-AB98-01AD5BB9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EC295-6F09-417E-9B64-69A2D97F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F4283-B0D5-4359-9455-ECCD0C71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39574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75BCB-FA3B-4C59-AFD4-96520859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DBACD-721A-4727-9707-B2D4E21AF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EB76E-425C-488C-B85A-27D4AA19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66AF5-4C85-4EE7-A186-ADCB0453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2DEC6-8482-409B-93A1-243838C1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73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A363A-B00F-4282-8F13-2552E5939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9EBE4-2DEF-4AA1-B167-0DC25BCD9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2BA67-1FF2-471A-8D50-101A2B1DB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746EF-8AD5-4F99-BB92-33472CD0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B02BE-E470-4021-911D-53CCCFA8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8723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3BE265-E749-400E-B974-701B8F59C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7D9BC-E8D4-4874-81F9-AD5A49161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4D70-508D-4EC1-80BF-306836161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FBCD3-E2E3-4F91-B9D1-FF44486FA524}" type="datetimeFigureOut">
              <a:rPr lang="en-IL" smtClean="0"/>
              <a:t>12/02/2020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385A6-16C0-4370-8266-60DEB5AC6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A0E0D-E018-413C-91D8-1B3BA4ED1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2A544-012F-46BB-A518-F21ABCBF430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925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1190" y="1950720"/>
            <a:ext cx="10920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 smtClean="0"/>
              <a:t>. Copy </a:t>
            </a:r>
            <a:r>
              <a:rPr lang="en-US" dirty="0"/>
              <a:t>all </a:t>
            </a:r>
            <a:r>
              <a:rPr lang="en-US" dirty="0" err="1"/>
              <a:t>pdbs</a:t>
            </a:r>
            <a:r>
              <a:rPr lang="en-US" dirty="0"/>
              <a:t> (</a:t>
            </a:r>
            <a:r>
              <a:rPr lang="en-US" dirty="0" err="1"/>
              <a:t>mgxparuntime</a:t>
            </a:r>
            <a:r>
              <a:rPr lang="en-US" dirty="0"/>
              <a:t> .</a:t>
            </a:r>
            <a:r>
              <a:rPr lang="en-US" dirty="0" err="1"/>
              <a:t>pdb</a:t>
            </a:r>
            <a:r>
              <a:rPr lang="en-US" dirty="0"/>
              <a:t>, mgcore.pdb, mgxxxx.pdb )at the location from where you will invoke </a:t>
            </a:r>
            <a:r>
              <a:rPr lang="en-US" dirty="0" smtClean="0"/>
              <a:t>     </a:t>
            </a:r>
          </a:p>
          <a:p>
            <a:r>
              <a:rPr lang="en-US" dirty="0"/>
              <a:t> </a:t>
            </a:r>
            <a:r>
              <a:rPr lang="en-US" dirty="0" smtClean="0"/>
              <a:t>   MgxpaRuntime.exe.</a:t>
            </a:r>
          </a:p>
          <a:p>
            <a:endParaRPr lang="en-US" dirty="0"/>
          </a:p>
          <a:p>
            <a:r>
              <a:rPr lang="en-US" dirty="0"/>
              <a:t>2</a:t>
            </a:r>
            <a:r>
              <a:rPr lang="en-US" dirty="0" smtClean="0"/>
              <a:t>. Launch </a:t>
            </a:r>
            <a:r>
              <a:rPr lang="en-US" dirty="0"/>
              <a:t>the process : MgxpaRuntime.exe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31771" y="644434"/>
            <a:ext cx="3910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</a:t>
            </a:r>
            <a:r>
              <a:rPr lang="en-US" sz="2000" b="1" dirty="0" smtClean="0"/>
              <a:t>he </a:t>
            </a:r>
            <a:r>
              <a:rPr lang="en-US" sz="2000" b="1" dirty="0"/>
              <a:t>procedure for </a:t>
            </a:r>
            <a:r>
              <a:rPr lang="en-US" sz="2000" b="1" dirty="0" err="1" smtClean="0"/>
              <a:t>AQTime</a:t>
            </a:r>
            <a:r>
              <a:rPr lang="en-US" sz="2000" b="1" dirty="0" smtClean="0"/>
              <a:t> Analysis </a:t>
            </a:r>
            <a:endParaRPr 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1154" y="1393371"/>
            <a:ext cx="5277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https://smartbear.com/product/aqtime-pro/free-trial/</a:t>
            </a:r>
          </a:p>
        </p:txBody>
      </p:sp>
    </p:spTree>
    <p:extLst>
      <p:ext uri="{BB962C8B-B14F-4D97-AF65-F5344CB8AC3E}">
        <p14:creationId xmlns:p14="http://schemas.microsoft.com/office/powerpoint/2010/main" val="78135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FB84A1-6732-4747-B472-0535BE06A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74" y="984069"/>
            <a:ext cx="9414177" cy="57173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96388" y="444137"/>
            <a:ext cx="93007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3.Open </a:t>
            </a:r>
            <a:r>
              <a:rPr lang="en-US" dirty="0" err="1"/>
              <a:t>AQTime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07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A053B5-FBDD-41C3-9553-A1D16915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7" y="1097280"/>
            <a:ext cx="10681806" cy="55088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856" y="610186"/>
            <a:ext cx="2525487" cy="401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4.Create New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4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0FE901-2CA2-4268-A348-7CC45FD97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1271451"/>
            <a:ext cx="7867650" cy="46245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0423" y="400594"/>
            <a:ext cx="8438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3.Click Menu :  Project-&gt;Add Module... -- select the dll which you want to analyze for performance.</a:t>
            </a:r>
          </a:p>
        </p:txBody>
      </p:sp>
    </p:spTree>
    <p:extLst>
      <p:ext uri="{BB962C8B-B14F-4D97-AF65-F5344CB8AC3E}">
        <p14:creationId xmlns:p14="http://schemas.microsoft.com/office/powerpoint/2010/main" val="125705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D5144A-9399-4E95-AFC3-C3A88875A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83" y="245205"/>
            <a:ext cx="10591634" cy="636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2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9AE086-6D1C-4E0A-8597-3DEE1441BC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262"/>
          <a:stretch/>
        </p:blipFill>
        <p:spPr>
          <a:xfrm>
            <a:off x="2499360" y="984650"/>
            <a:ext cx="8150054" cy="52410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85850" y="424651"/>
            <a:ext cx="6566263" cy="441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4.Click Menu : Run-&gt;Attach to Process… : Select MgxpaRuntime.exe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7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B18FDA-BFFB-4AE7-AB9F-216300875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520" y="1123950"/>
            <a:ext cx="700896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0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6FBFBF-6574-46F8-BA11-2803AE823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71" y="1096652"/>
            <a:ext cx="6220057" cy="438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1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3FD79A-1D36-4014-BA90-871773254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12" y="3308486"/>
            <a:ext cx="11287791" cy="19592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4766" y="592183"/>
            <a:ext cx="93885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will get Dialog : 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Press 'Run' button. You may get warning message dialog of 'CPU Frequency mode'. Press 'OK' for it</a:t>
            </a:r>
          </a:p>
          <a:p>
            <a:r>
              <a:rPr lang="en-US" dirty="0"/>
              <a:t>it will continue. And It will perform 'instrumentation'.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97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ACF098-9B64-4999-82CD-7D53002B8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48" y="997805"/>
            <a:ext cx="9509761" cy="57171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110446"/>
            <a:ext cx="7559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r>
              <a:rPr lang="en-US" dirty="0"/>
              <a:t>. Now perform the operation  in the Mgxparuntime.exe , for which you want to analyze the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051" y="435429"/>
            <a:ext cx="774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Now </a:t>
            </a:r>
            <a:r>
              <a:rPr lang="en-US" dirty="0" smtClean="0"/>
              <a:t>click </a:t>
            </a:r>
            <a:r>
              <a:rPr lang="en-US" dirty="0"/>
              <a:t>on </a:t>
            </a:r>
            <a:r>
              <a:rPr lang="en-US" dirty="0" smtClean="0"/>
              <a:t>‘Clear' </a:t>
            </a:r>
            <a:r>
              <a:rPr lang="en-US" dirty="0"/>
              <a:t>icon.</a:t>
            </a:r>
          </a:p>
        </p:txBody>
      </p:sp>
    </p:spTree>
    <p:extLst>
      <p:ext uri="{BB962C8B-B14F-4D97-AF65-F5344CB8AC3E}">
        <p14:creationId xmlns:p14="http://schemas.microsoft.com/office/powerpoint/2010/main" val="43385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A8CD2E-4F3F-4907-9559-5D9DBDD18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67" y="1203546"/>
            <a:ext cx="7452728" cy="44805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4E04D3-61CE-4AC7-B767-47E52E374251}"/>
              </a:ext>
            </a:extLst>
          </p:cNvPr>
          <p:cNvSpPr/>
          <p:nvPr/>
        </p:nvSpPr>
        <p:spPr>
          <a:xfrm>
            <a:off x="2960913" y="1353670"/>
            <a:ext cx="291699" cy="2051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4" name="TextBox 3"/>
          <p:cNvSpPr txBox="1"/>
          <p:nvPr/>
        </p:nvSpPr>
        <p:spPr>
          <a:xfrm>
            <a:off x="872667" y="226423"/>
            <a:ext cx="3594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Clear and Camera buttons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2480" y="6035040"/>
            <a:ext cx="6183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take </a:t>
            </a:r>
            <a:r>
              <a:rPr lang="en-US" dirty="0" smtClean="0"/>
              <a:t>snapshot </a:t>
            </a:r>
            <a:r>
              <a:rPr lang="en-US" dirty="0"/>
              <a:t>, by clicking on 'Camera' icon.</a:t>
            </a:r>
          </a:p>
        </p:txBody>
      </p:sp>
    </p:spTree>
    <p:extLst>
      <p:ext uri="{BB962C8B-B14F-4D97-AF65-F5344CB8AC3E}">
        <p14:creationId xmlns:p14="http://schemas.microsoft.com/office/powerpoint/2010/main" val="47282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CD9F28-1764-4F46-9B30-14DBD0EF8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415" y="572317"/>
            <a:ext cx="9231185" cy="55497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4415" y="202985"/>
            <a:ext cx="8408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7.Now you will see that performance analysis report is generated</a:t>
            </a:r>
          </a:p>
        </p:txBody>
      </p:sp>
    </p:spTree>
    <p:extLst>
      <p:ext uri="{BB962C8B-B14F-4D97-AF65-F5344CB8AC3E}">
        <p14:creationId xmlns:p14="http://schemas.microsoft.com/office/powerpoint/2010/main" val="352687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DA44F9-A971-4537-8369-B58DB0D4E8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354"/>
          <a:stretch/>
        </p:blipFill>
        <p:spPr>
          <a:xfrm>
            <a:off x="2081348" y="1027611"/>
            <a:ext cx="8553197" cy="50721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42011" y="400594"/>
            <a:ext cx="352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Save it and pass to R&amp;D for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90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B6AC61-F3E5-4C60-9284-A2CC342A7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962025"/>
            <a:ext cx="786765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2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115</Words>
  <Application>Microsoft Office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Adar Noy</dc:creator>
  <cp:lastModifiedBy>Lena Levin</cp:lastModifiedBy>
  <cp:revision>8</cp:revision>
  <dcterms:created xsi:type="dcterms:W3CDTF">2020-12-01T09:52:53Z</dcterms:created>
  <dcterms:modified xsi:type="dcterms:W3CDTF">2020-12-02T13:29:53Z</dcterms:modified>
</cp:coreProperties>
</file>